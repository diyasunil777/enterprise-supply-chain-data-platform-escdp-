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</a:rPr>
              <a:t>Enterprise Supply Chain Data Platform</a:t>
            </a:r>
          </a:p>
          <a:p>
            <a:pPr algn="ctr"/>
            <a:r>
              <a:rPr sz="2600">
                <a:solidFill>
                  <a:srgbClr val="000000"/>
                </a:solidFill>
              </a:rPr>
              <a:t>Sprint 0 + Sprint 1 Review</a:t>
            </a:r>
          </a:p>
          <a:p>
            <a:pPr algn="ctr"/>
            <a:r>
              <a:rPr sz="1600">
                <a:solidFill>
                  <a:srgbClr val="5A5A5A"/>
                </a:solidFill>
              </a:rPr>
              <a:t>UC18 | ABC Global Manufacturing Ltd.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Business problem and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Supply-chain information is distributed across SCM, WMS, TMS, Inventory, ERP, Procurement, Vendor, Logistics and Order Fulfillment systems.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Independent systems and heterogeneous formats make it difficult to obtain one consistent operational view.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ESCDP brings the source data into a governed PostgreSQL platform for analysis and reporting.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Main outcomes: better visibility, cleaner data, traceability and decision-ready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Sprint 0 – Project Initiation &amp;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6400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 / Output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Business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BRD prepared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Project planning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Project Charter prepared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High-level solution architecture 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Version control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Git repository and project structure established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Backlog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Sprint 0 backlog prepared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Technology decisions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Pentaho, PostgreSQL, Python/Pandas, Git/GitHub and Power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Sprint 0 – Key Business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007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Collect data from multiple heterogeneous supply-chain sources.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Ingestion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Support CSV, Excel, JSON, XML and SQL data.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Data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Profile, validate, clean and standardize source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Warehouse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Store curated data in PostgreSQL using a star schema.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Maintain metadata, data dictionary, lineage and audit information.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Reporting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Provide Power BI dashboards for supply-chain analytics.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Version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Maintain project artifacts and code using Git/GitHub.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Source systems → Pentaho Data Integration → PostgreSQL staging → Python/Pandas → PostgreSQL warehouse → Power BI.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Governance activities cover metadata, lineage, glossary and audit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DataCo partitions retain Order Id as the common integration key.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USAID/SCMS procurement and vendor data remain a separate source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2344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29967" y="4251960"/>
            <a:ext cx="457200" cy="22860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4023360"/>
            <a:ext cx="12344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Pentaho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41648" y="4251960"/>
            <a:ext cx="457200" cy="22860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4023360"/>
            <a:ext cx="12344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PostgreSQL</a:t>
            </a:r>
            <a:br/>
            <a:r>
              <a:rPr sz="1100">
                <a:solidFill>
                  <a:srgbClr val="000000"/>
                </a:solidFill>
              </a:rPr>
              <a:t>Staging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0448" y="4251960"/>
            <a:ext cx="457200" cy="22860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4023360"/>
            <a:ext cx="12344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Python /</a:t>
            </a:r>
            <a:br/>
            <a:r>
              <a:rPr sz="1100">
                <a:solidFill>
                  <a:srgbClr val="000000"/>
                </a:solidFill>
              </a:rPr>
              <a:t>Pandas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2128" y="4251960"/>
            <a:ext cx="457200" cy="22860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4023360"/>
            <a:ext cx="12344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PostgreSQL</a:t>
            </a:r>
            <a:br/>
            <a:r>
              <a:rPr sz="1100">
                <a:solidFill>
                  <a:srgbClr val="000000"/>
                </a:solidFill>
              </a:rPr>
              <a:t>Warehouse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93808" y="4251960"/>
            <a:ext cx="457200" cy="22860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0" y="4023360"/>
            <a:ext cx="123444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Sprint 1 – Data Discovery &amp; Source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Final source formats used in the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48840"/>
                <a:gridCol w="2468880"/>
                <a:gridCol w="4297680"/>
              </a:tblGrid>
              <a:tr h="44473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Pentaho / Working Flow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Final Source Format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 →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WMS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 → Excel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ERP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SQL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SQL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Logistics Tracking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XML → JSON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XML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Order Fulfillment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USAID/SCMS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 → JSON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Vendor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USAID/SCMS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JSON →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7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Distribution Centre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Distribution Centre DB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Sprint 1 – Data Preparation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Source preparation and shared-key considerations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201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103120"/>
                <a:gridCol w="4526280"/>
              </a:tblGrid>
              <a:tr h="45720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Source Group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Key / Identifier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Preparation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CSV →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WMS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CSV → Excel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ERP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SQL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Logistics Tracking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XML → JSON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DataCo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Fulfillment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Order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USAID/SCMS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Procurement / Vendor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ID / PO-SO #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CSV/JSON → required working formats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Distribution Centre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Distribution Centre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Source DB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000000"/>
                          </a:solidFill>
                        </a:rPr>
                        <a:t>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Sprint 1 – Pentaho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Transformations implemented to prepare heterogeneous source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835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03120"/>
                <a:gridCol w="6263640"/>
              </a:tblGrid>
              <a:tr h="5791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Transformation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CSV →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Converted Procurement CSV data to JSON for heterogeneous-source ingestion.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WMS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CSV → Excel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Converted WMS CSV data to Excel.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Vendor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JSON →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Converted Vendor Management JSON data to Excel.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Logistics Tracking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XML → JSON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Converted Logistics Tracking XML data to JSON.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CSV →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Converted SCM CSV data to XML.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25780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Note: ERP, Distribution Centre, Inventory, TMS and Order Fulfillment remain in their stated source formats and do not have a Pentaho format transformation listed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Why We Did This in Sprint 0 &amp; 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Preparing the project and making the source data ready for ingestion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20139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749039"/>
                <a:gridCol w="5623560"/>
              </a:tblGrid>
              <a:tr h="8961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What We Did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Sprint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Understand the business problem and supply-chain systems.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Defined scope, requirements, architecture, repository structure and backlog.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Sprint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Discover and prepare the actual source datasets.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Identified source formats, added the Distribution Centre dataset, created required Pentaho transformations and prepared the datasets for ingestion.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Business 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Different systems provide data in different formats.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Format transformations make the sources suitable for a common ingestion process while retaining their business meaning.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Integration Reason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Data must be traceable across systems.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Shared identifiers such as Order Id are retained where applicable so related DataCo data can be connected later.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Sprint 0 &amp; Sprint 1 –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What was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Defined the business problem, objectives, scope and solution architecture.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Established the GitHub project structure and Sprint 0 documentation.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Identified the source systems and their working data formats.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Added the Distribution Centre database CSV as an additional source.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Implemented the five required Pentaho transformations: Procurement CSV→JSON, WMS CSV→Excel, Vendor JSON→Excel, Logistics Tracking XML→JSON and SCM CSV→XML.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Kept ERP as SQL, Distribution Centre as CSV, Inventory as CSV, TMS as Excel and Order Fulfillment as CSV.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Prepared the source layer for consistent ingestion while preserving the relevant business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ESCDP | Sprint 0 &amp; Sprint 1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